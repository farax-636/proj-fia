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198BEA-E45D-4E46-BA23-23E0D321C6DC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227D2-0C03-413B-B1C9-2DD6F5A5168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87123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827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8230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333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647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32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7388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1714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1063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Modifica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16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2611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4598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Modifica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5BB65-63EC-4CEF-AE16-C1C21F87D8D0}" type="datetimeFigureOut">
              <a:rPr lang="it-IT" smtClean="0"/>
              <a:t>10/02/2026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9AAEB-699F-4C92-9260-EFE645FC07F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838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4.jp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82254" y="-1909618"/>
            <a:ext cx="14491854" cy="10868891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979053" y="535709"/>
            <a:ext cx="936567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endParaRPr lang="it-IT" sz="2800" dirty="0">
              <a:solidFill>
                <a:schemeClr val="bg1"/>
              </a:solidFill>
            </a:endParaRPr>
          </a:p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endParaRPr lang="it-IT" sz="2800" dirty="0">
              <a:solidFill>
                <a:schemeClr val="bg1"/>
              </a:solidFill>
            </a:endParaRPr>
          </a:p>
          <a:p>
            <a:pPr algn="ctr"/>
            <a:r>
              <a:rPr lang="it-IT" sz="2800" dirty="0" smtClean="0">
                <a:solidFill>
                  <a:schemeClr val="bg1"/>
                </a:solidFill>
              </a:rPr>
              <a:t>MELMA</a:t>
            </a:r>
            <a:r>
              <a:rPr lang="it-IT" sz="2800" dirty="0" smtClean="0"/>
              <a:t> </a:t>
            </a:r>
            <a:r>
              <a:rPr lang="it-IT" sz="2800" dirty="0" smtClean="0">
                <a:solidFill>
                  <a:schemeClr val="bg1"/>
                </a:solidFill>
              </a:rPr>
              <a:t>POLICEF(I)ALA</a:t>
            </a:r>
          </a:p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endParaRPr lang="it-IT" sz="2800" dirty="0">
              <a:solidFill>
                <a:schemeClr val="bg1"/>
              </a:solidFill>
            </a:endParaRPr>
          </a:p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endParaRPr lang="it-IT" sz="2800" dirty="0">
              <a:solidFill>
                <a:schemeClr val="bg1"/>
              </a:solidFill>
            </a:endParaRPr>
          </a:p>
          <a:p>
            <a:pPr algn="ctr"/>
            <a:endParaRPr lang="it-IT" sz="2800" dirty="0" smtClean="0">
              <a:solidFill>
                <a:schemeClr val="bg1"/>
              </a:solidFill>
            </a:endParaRPr>
          </a:p>
          <a:p>
            <a:pPr algn="ctr"/>
            <a:r>
              <a:rPr lang="it-IT" sz="2800" dirty="0" smtClean="0">
                <a:solidFill>
                  <a:schemeClr val="bg1"/>
                </a:solidFill>
              </a:rPr>
              <a:t>Progetto FIA 2025/2026</a:t>
            </a:r>
            <a:endParaRPr lang="it-IT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059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2059710" y="618836"/>
            <a:ext cx="76569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 smtClean="0"/>
              <a:t>Chi</a:t>
            </a:r>
            <a:r>
              <a:rPr lang="it-IT" dirty="0" smtClean="0"/>
              <a:t> </a:t>
            </a:r>
            <a:r>
              <a:rPr lang="it-IT" sz="2800" dirty="0" smtClean="0"/>
              <a:t>siamo?</a:t>
            </a:r>
            <a:endParaRPr lang="it-IT" sz="2800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034" y="1884280"/>
            <a:ext cx="3206530" cy="4973720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9384145" y="1607127"/>
            <a:ext cx="1985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Farace</a:t>
            </a:r>
            <a:r>
              <a:rPr lang="it-IT" dirty="0" smtClean="0"/>
              <a:t> Mirko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1876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233465" y="408562"/>
            <a:ext cx="1178992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Introduzione:</a:t>
            </a:r>
          </a:p>
          <a:p>
            <a:pPr algn="ctr"/>
            <a:r>
              <a:rPr lang="it-IT" dirty="0" smtClean="0"/>
              <a:t>Da questo video ci siamo posti la domanda: e se la rendessimo digitale?</a:t>
            </a:r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pPr algn="ctr"/>
            <a:endParaRPr lang="it-IT" dirty="0"/>
          </a:p>
          <a:p>
            <a:pPr algn="ctr"/>
            <a:r>
              <a:rPr lang="it-IT" dirty="0" smtClean="0"/>
              <a:t>Video da </a:t>
            </a:r>
            <a:r>
              <a:rPr lang="it-IT" dirty="0" err="1" smtClean="0"/>
              <a:t>Barbascura</a:t>
            </a:r>
            <a:r>
              <a:rPr lang="it-IT" dirty="0" smtClean="0"/>
              <a:t> X: Lo strano organismo che risolve labirinti e prende decisioni.</a:t>
            </a:r>
          </a:p>
          <a:p>
            <a:pPr algn="ctr"/>
            <a:r>
              <a:rPr lang="it-IT" dirty="0" smtClean="0"/>
              <a:t>(Link: https://youtu.be/xieWiuPv7U0?si=BCSLNf-0M9Xqi_YV)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1351" y="1279390"/>
            <a:ext cx="65341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1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94944" y="398833"/>
            <a:ext cx="10087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Obiettivo:</a:t>
            </a:r>
          </a:p>
          <a:p>
            <a:pPr algn="ctr"/>
            <a:r>
              <a:rPr lang="it-IT" dirty="0" smtClean="0"/>
              <a:t>Creare un’IA in grado di simulare il comportamento di ricerca della muffa policefala, utilizzando gli algoritmi visti a lezione</a:t>
            </a:r>
            <a:endParaRPr lang="it-IT" dirty="0"/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3322"/>
            <a:ext cx="8568267" cy="481965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806" y="1693322"/>
            <a:ext cx="8572500" cy="481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118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792" y="0"/>
            <a:ext cx="9156208" cy="6858000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126460" y="457200"/>
            <a:ext cx="2130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Specifica PEAS: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4" name="CasellaDiTesto 3"/>
          <p:cNvSpPr txBox="1"/>
          <p:nvPr/>
        </p:nvSpPr>
        <p:spPr>
          <a:xfrm>
            <a:off x="3424137" y="826532"/>
            <a:ext cx="1819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PERFORMANCE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4756826" y="5155660"/>
            <a:ext cx="1799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ENVIRORMENT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6" name="CasellaDiTesto 5"/>
          <p:cNvSpPr txBox="1"/>
          <p:nvPr/>
        </p:nvSpPr>
        <p:spPr>
          <a:xfrm>
            <a:off x="7743216" y="6177064"/>
            <a:ext cx="1974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chemeClr val="bg1"/>
                </a:solidFill>
              </a:rPr>
              <a:t>ACTUATORS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7" name="CasellaDiTesto 6"/>
          <p:cNvSpPr txBox="1"/>
          <p:nvPr/>
        </p:nvSpPr>
        <p:spPr>
          <a:xfrm>
            <a:off x="11031167" y="3822970"/>
            <a:ext cx="1725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S</a:t>
            </a:r>
            <a:r>
              <a:rPr lang="it-IT" dirty="0" smtClean="0">
                <a:solidFill>
                  <a:schemeClr val="bg1"/>
                </a:solidFill>
              </a:rPr>
              <a:t>ENSORS</a:t>
            </a: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672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379379"/>
            <a:ext cx="1219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					SPECIFICHE DELL’AMBIENTE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SINGOLO AGENTE (un solo «cervello»)		PARAIZIALMENTE OSSERVABILE(«il tronco»)	DETERMINISTICO(?)</a:t>
            </a:r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/>
          </a:p>
          <a:p>
            <a:r>
              <a:rPr lang="it-IT" dirty="0" smtClean="0"/>
              <a:t>STATICO(per la simulazione) 							EPISODICO</a:t>
            </a: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536970"/>
            <a:ext cx="2344366" cy="175593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066" y="1624806"/>
            <a:ext cx="4456079" cy="1336824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626696"/>
            <a:ext cx="3138538" cy="2231304"/>
          </a:xfrm>
          <a:prstGeom prst="rect">
            <a:avLst/>
          </a:prstGeom>
        </p:spPr>
      </p:pic>
      <p:pic>
        <p:nvPicPr>
          <p:cNvPr id="6" name="Immagin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496" y="4626697"/>
            <a:ext cx="3966763" cy="2231304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9259" y="4626696"/>
            <a:ext cx="2975072" cy="223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415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204282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 smtClean="0"/>
          </a:p>
          <a:p>
            <a:r>
              <a:rPr lang="it-IT" dirty="0" smtClean="0"/>
              <a:t>					ANALISI DEL PROBLEMA</a:t>
            </a:r>
          </a:p>
          <a:p>
            <a:endParaRPr lang="it-IT" dirty="0"/>
          </a:p>
          <a:p>
            <a:r>
              <a:rPr lang="it-IT" dirty="0" smtClean="0"/>
              <a:t>Stato iniziale:  il punto di partenza e il punto d’arrivo sono scelti casualmente in una griglia</a:t>
            </a:r>
          </a:p>
          <a:p>
            <a:endParaRPr lang="it-IT" dirty="0" smtClean="0"/>
          </a:p>
          <a:p>
            <a:endParaRPr lang="it-IT" dirty="0"/>
          </a:p>
          <a:p>
            <a:r>
              <a:rPr lang="it-IT" dirty="0" smtClean="0"/>
              <a:t>Descrizione azioni </a:t>
            </a:r>
            <a:r>
              <a:rPr lang="it-IT" dirty="0"/>
              <a:t>p</a:t>
            </a:r>
            <a:r>
              <a:rPr lang="it-IT" dirty="0" smtClean="0"/>
              <a:t>ossibili: L’agente può muoversi in 8 direzioni</a:t>
            </a:r>
          </a:p>
          <a:p>
            <a:endParaRPr lang="it-IT" dirty="0" smtClean="0"/>
          </a:p>
          <a:p>
            <a:endParaRPr lang="it-IT" dirty="0"/>
          </a:p>
          <a:p>
            <a:r>
              <a:rPr lang="it-IT" dirty="0" smtClean="0"/>
              <a:t>Test Obiettivo: L’obiettivo della muffa è quello di raggiungere il cibo con il miglior percorso possibile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Modello di transazione: *correggere*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Costo cammino: ogni passo nell’ambiente costa 1</a:t>
            </a:r>
          </a:p>
          <a:p>
            <a:endParaRPr lang="it-IT" dirty="0" smtClean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65373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0" y="466928"/>
            <a:ext cx="121920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				COME ABBIAMO AFFRONTATO IL PROBLEMA?</a:t>
            </a:r>
          </a:p>
          <a:p>
            <a:endParaRPr lang="it-IT" dirty="0"/>
          </a:p>
          <a:p>
            <a:endParaRPr lang="it-IT" dirty="0" smtClean="0"/>
          </a:p>
          <a:p>
            <a:r>
              <a:rPr lang="it-IT" dirty="0" smtClean="0"/>
              <a:t>A*										            </a:t>
            </a:r>
            <a:r>
              <a:rPr lang="it-IT" dirty="0" smtClean="0"/>
              <a:t>RICERCA IN AMPIEZZA </a:t>
            </a:r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  <a:p>
            <a:endParaRPr lang="it-IT" dirty="0" smtClean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6390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856034" y="359923"/>
            <a:ext cx="104183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RICERCA A*</a:t>
            </a:r>
          </a:p>
          <a:p>
            <a:pPr algn="ctr"/>
            <a:endParaRPr lang="it-IT" dirty="0" smtClean="0"/>
          </a:p>
          <a:p>
            <a:pPr algn="ctr"/>
            <a:r>
              <a:rPr lang="it-IT" dirty="0" smtClean="0"/>
              <a:t>Questo algoritmo si basa sulla ricerca a costo uniforme, a cui si modifica il test di valutazione dei nodi</a:t>
            </a:r>
          </a:p>
          <a:p>
            <a:pPr algn="ctr"/>
            <a:endParaRPr lang="it-IT" dirty="0"/>
          </a:p>
          <a:p>
            <a:pPr algn="ctr"/>
            <a:endParaRPr lang="it-IT" dirty="0" smtClean="0"/>
          </a:p>
          <a:p>
            <a:endParaRPr lang="it-IT" dirty="0"/>
          </a:p>
        </p:txBody>
      </p:sp>
      <p:pic>
        <p:nvPicPr>
          <p:cNvPr id="3" name="image2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13552" y="1439694"/>
            <a:ext cx="4464287" cy="5418306"/>
          </a:xfrm>
          <a:prstGeom prst="rect">
            <a:avLst/>
          </a:prstGeom>
          <a:ln/>
        </p:spPr>
      </p:pic>
      <p:pic>
        <p:nvPicPr>
          <p:cNvPr id="4" name="image1.png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856052" y="3044757"/>
            <a:ext cx="6073302" cy="38132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92642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566153" y="291830"/>
            <a:ext cx="8540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RICERCA A*</a:t>
            </a:r>
          </a:p>
          <a:p>
            <a:pPr algn="ctr"/>
            <a:r>
              <a:rPr lang="it-IT" dirty="0" smtClean="0"/>
              <a:t>INSERIRE UN ESEMPIO DALLA GRIGLIA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644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1" y="466929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RICERCA IN PROFONDITA’</a:t>
            </a:r>
          </a:p>
          <a:p>
            <a:pPr algn="ctr"/>
            <a:endParaRPr lang="it-IT" dirty="0"/>
          </a:p>
          <a:p>
            <a:pPr algn="ctr"/>
            <a:r>
              <a:rPr lang="it-IT" dirty="0" smtClean="0"/>
              <a:t>Nella ricerca in profondità si espande il primo nodo prima di espandere i successivi</a:t>
            </a:r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878" y="1390258"/>
            <a:ext cx="4010585" cy="5467741"/>
          </a:xfrm>
          <a:prstGeom prst="rect">
            <a:avLst/>
          </a:prstGeom>
        </p:spPr>
      </p:pic>
      <p:pic>
        <p:nvPicPr>
          <p:cNvPr id="5" name="Immagin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89" y="1775019"/>
            <a:ext cx="5364945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03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77821" y="311285"/>
            <a:ext cx="12114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RICERCA IN PROFONDITA’</a:t>
            </a:r>
          </a:p>
          <a:p>
            <a:pPr algn="ctr"/>
            <a:endParaRPr lang="it-IT" dirty="0" smtClean="0"/>
          </a:p>
          <a:p>
            <a:pPr algn="ctr"/>
            <a:r>
              <a:rPr lang="it-IT" dirty="0" smtClean="0"/>
              <a:t>Inserisci esempio dalla griglia di ricerca in </a:t>
            </a:r>
            <a:r>
              <a:rPr lang="it-IT" dirty="0" err="1" smtClean="0"/>
              <a:t>profodità</a:t>
            </a:r>
            <a:endParaRPr lang="it-IT" dirty="0" smtClean="0"/>
          </a:p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90751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428017" y="437745"/>
            <a:ext cx="1124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smtClean="0"/>
              <a:t>CONCLUSIONE</a:t>
            </a:r>
          </a:p>
          <a:p>
            <a:pPr algn="ctr"/>
            <a:r>
              <a:rPr lang="it-IT" dirty="0" smtClean="0"/>
              <a:t>L’esperienza di progetto per IA è stata divertente, non solo perché ci ha permesso di approfondire sugli argomenti trattati a lezione, ma di farlo a modo nostro con </a:t>
            </a:r>
            <a:r>
              <a:rPr lang="it-IT" smtClean="0"/>
              <a:t>un argomento </a:t>
            </a:r>
            <a:r>
              <a:rPr lang="it-IT" dirty="0" smtClean="0"/>
              <a:t>«</a:t>
            </a:r>
            <a:r>
              <a:rPr lang="it-IT" smtClean="0"/>
              <a:t>curioso».</a:t>
            </a:r>
            <a:endParaRPr lang="it-IT" dirty="0" smtClean="0"/>
          </a:p>
          <a:p>
            <a:pPr algn="ctr"/>
            <a:endParaRPr lang="it-IT" dirty="0" smtClean="0"/>
          </a:p>
        </p:txBody>
      </p:sp>
    </p:spTree>
    <p:extLst>
      <p:ext uri="{BB962C8B-B14F-4D97-AF65-F5344CB8AC3E}">
        <p14:creationId xmlns:p14="http://schemas.microsoft.com/office/powerpoint/2010/main" val="1340079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</TotalTime>
  <Words>306</Words>
  <Application>Microsoft Office PowerPoint</Application>
  <PresentationFormat>Widescreen</PresentationFormat>
  <Paragraphs>106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Mirko</dc:creator>
  <cp:lastModifiedBy>Mirko</cp:lastModifiedBy>
  <cp:revision>10</cp:revision>
  <dcterms:created xsi:type="dcterms:W3CDTF">2026-02-10T16:05:34Z</dcterms:created>
  <dcterms:modified xsi:type="dcterms:W3CDTF">2026-02-10T18:02:00Z</dcterms:modified>
</cp:coreProperties>
</file>